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DM Sans" panose="020F0502020204030204" pitchFamily="2" charset="0"/>
      <p:regular r:id="rId11"/>
    </p:embeddedFont>
    <p:embeddedFont>
      <p:font typeface="PT Serif" panose="020F0502020204030204" pitchFamily="18" charset="-52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50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51149"/>
            <a:ext cx="1180356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493639"/>
            <a:ext cx="10102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УЧЕБНЫЙ ПРОЕКТ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74254"/>
            <a:ext cx="680851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LMS — Система управления обучением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245201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Современная платформа для онлайн-обучения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873722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307917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Разработчики: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465463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Некрасов Арсений, Пичугин Егор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115"/>
            <a:ext cx="3740795" cy="44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Цель и задачи проекта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9083" y="1031900"/>
            <a:ext cx="4105647" cy="3713411"/>
          </a:xfrm>
          <a:prstGeom prst="roundRect">
            <a:avLst>
              <a:gd name="adj" fmla="val 544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533698" y="1159818"/>
            <a:ext cx="1767632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Цель проекта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698" y="1508596"/>
            <a:ext cx="383641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Создать удобную веб-платформу для взаимодействия преподавателей и студентов в процессе онлайн-обучения. Система позволяет управлять курсами, уроками, заданиями и отслеживать успеваемость.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069" y="1159818"/>
            <a:ext cx="1767632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Ключевые задачи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596" y="1531218"/>
            <a:ext cx="201960" cy="201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8698" y="1524595"/>
            <a:ext cx="347394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Разграничение ролей пользователей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596" y="2197745"/>
            <a:ext cx="201960" cy="201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8698" y="2191122"/>
            <a:ext cx="347394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Создание и управление курсами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596" y="2864272"/>
            <a:ext cx="201960" cy="201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8698" y="2857649"/>
            <a:ext cx="347394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Автоматическая проверка кода через нейросеть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596" y="3530798"/>
            <a:ext cx="201960" cy="201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78698" y="3524176"/>
            <a:ext cx="347394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баллов и рейтинга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596" y="4197325"/>
            <a:ext cx="201960" cy="2019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78698" y="4190702"/>
            <a:ext cx="347394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Уведомления о событиях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8818"/>
            <a:ext cx="37213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Роли пользователей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2749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поддерживает две роли: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преподаватель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и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Каждая роль имеет собственную панель управления и набор доступных функций.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40595"/>
            <a:ext cx="4004965" cy="2224088"/>
          </a:xfrm>
          <a:prstGeom prst="roundRect">
            <a:avLst>
              <a:gd name="adj" fmla="val 95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37877" y="228235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2399258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84938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Преподаватель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7877" y="3166988"/>
            <a:ext cx="37214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Создаёт курсы и уроки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Добавляет блоки с теорией и заданиями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Видит список студентов с баллами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Может отчислять студентов с курса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2140595"/>
            <a:ext cx="4005039" cy="2224088"/>
          </a:xfrm>
          <a:prstGeom prst="roundRect">
            <a:avLst>
              <a:gd name="adj" fmla="val 956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784601" y="228235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580" y="2399258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4601" y="284938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Студент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84601" y="3166988"/>
            <a:ext cx="37215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Изучает учебные материалы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Отправляет решения заданий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Получает оценки и видит рейтинг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5783"/>
            <a:ext cx="37213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Структура курса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48530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Иерархия контента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877318"/>
            <a:ext cx="1880592" cy="114954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877318"/>
            <a:ext cx="76200" cy="1149548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2038127"/>
            <a:ext cx="15018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Курс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4077" y="2412429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Содержит несколько уроков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8470" y="1877318"/>
            <a:ext cx="1880592" cy="114954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9420" y="1877318"/>
            <a:ext cx="76200" cy="1149548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2736428" y="2038127"/>
            <a:ext cx="15018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Урок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6428" y="2412429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Состоит из блоков двух типов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68625"/>
            <a:ext cx="1880592" cy="114954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069" y="3168625"/>
            <a:ext cx="76200" cy="1149548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14077" y="3329434"/>
            <a:ext cx="15018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Блок теории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4077" y="3703737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Учебный материал с форматированием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8470" y="3168625"/>
            <a:ext cx="1880592" cy="114954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9420" y="3168625"/>
            <a:ext cx="76200" cy="1149548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36428" y="3329434"/>
            <a:ext cx="15018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Блок задания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736428" y="3703737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Отправка кода и получение оценки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9701" y="1485305"/>
            <a:ext cx="226762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Редактирование контента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49701" y="1859607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Преподаватель может добавлять изображения и файлы к блокам. Для редактирования реализован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визуальный редактор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 полным форматированием текста: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9701" y="289440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Выбор шрифтов и размеров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Настройка цветов текста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Вставка и управление изображениями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445"/>
            <a:ext cx="477515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Система баллов и рейтинга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38112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Каждое задание оценивается от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до 100 баллов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Баллы суммируются по формуле </a:t>
            </a: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«деление на 1000»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и формируют итоговый рейтинг студента.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6506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100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865361" y="270993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Максимум баллов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30275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 одно задание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206506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0.100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637062" y="2709937"/>
            <a:ext cx="186987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Пример конвертации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272433" y="30275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 баллов = 0.100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206506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0.012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417990" y="270993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Малый результат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48747" y="30275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баллов = 0.012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55557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Для студента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6119" y="392988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 видит накопленные баллы по каждому курсу и общий рейтинг в системе.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701" y="355557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Для преподавателя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49701" y="392988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Преподаватель видит список всех студентов с баллами и может отчислять студентов с курса.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2583"/>
            <a:ext cx="451916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Интеграция с нейросетью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78444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Принцип работы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22959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Нейросеть выступает как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строгий преподаватель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не пишет правильный код, а только указывает на: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15878"/>
            <a:ext cx="815176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Ошибки логики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Нарушения стиля кода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278535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93591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455715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Проверка происходит без перезагрузки страницы через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AJAX-запросы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8434"/>
            <a:ext cx="460883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Динамический интерфейс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02711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Пользовательский интерфейс оптимизирован для быстрой и комфортной работы без лишних перезагрузок страницы.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40211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6402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Живой поиск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027658" y="2957810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Поиск студентов по email с задержкой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 мс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для оптимизации количества запросов к серверу.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640211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03972" y="26402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Копирование кода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803972" y="2957810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Копирование решений в буфер обмена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одним кликом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удобно для работы с кодом.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640211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0287" y="26402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Уведомления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580287" y="2957810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Автоматическое обновление счётчика уведомлений каждые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секунд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без перезагрузки страницы.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762"/>
            <a:ext cx="27909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Технический стек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49896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213917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228204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16669" y="162684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+ Flask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6669" y="1880890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Основной фреймворк для построения веб-приложения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6119" y="2229966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406" y="2244254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16669" y="264289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SQLAlchemy + SQLite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6669" y="2896939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ORM для работы с базой данных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6119" y="3246016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406" y="3260303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16669" y="3658939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Flask-Login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6669" y="3912989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Аутентификация с шифрованием паролей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6466" y="949896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Фронтенд и прочее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6466" y="1213917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0754" y="1228204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827017" y="1626840"/>
            <a:ext cx="1548780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HTML + CSS + Bootstrap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7017" y="1880890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Адаптивная вёрстка для всех устройств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6466" y="2229966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0754" y="2244254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4827017" y="264289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Jinja2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7017" y="2896939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Шаблонизатор для динамической генерации страниц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6466" y="3246016"/>
            <a:ext cx="3946178" cy="936352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0754" y="3260303"/>
            <a:ext cx="3917603" cy="3189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4827017" y="3658939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AJAX API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7017" y="3912989"/>
            <a:ext cx="370507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Эндпоинты для асинхронных запросов без перезагрузки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6466" y="4272037"/>
            <a:ext cx="3946178" cy="379958"/>
          </a:xfrm>
          <a:prstGeom prst="roundRect">
            <a:avLst>
              <a:gd name="adj" fmla="val 4198"/>
            </a:avLst>
          </a:prstGeom>
          <a:solidFill>
            <a:srgbClr val="FFCDB3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29" y="4421386"/>
            <a:ext cx="132904" cy="10626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51896" y="4378300"/>
            <a:ext cx="34944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Файлы хранятся в отдельных папках блоков курса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Экран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PT Serif</vt:lpstr>
      <vt:lpstr>DM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Арсений Некрасов</cp:lastModifiedBy>
  <cp:revision>2</cp:revision>
  <dcterms:created xsi:type="dcterms:W3CDTF">2026-05-06T13:19:52Z</dcterms:created>
  <dcterms:modified xsi:type="dcterms:W3CDTF">2026-05-06T13:21:11Z</dcterms:modified>
</cp:coreProperties>
</file>